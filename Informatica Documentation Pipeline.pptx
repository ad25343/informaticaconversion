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Documentation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Informatica PowerCenter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mapping XML into analyst-ready requirements documents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Modernisation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457200"/>
            <a:ext cx="1874520" cy="42976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594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EA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&lt;MAPPING NAME=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78040" y="932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"m_dim_policy"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78040" y="12710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EA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&lt;SOURCE NAME=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78040" y="16093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"POLICY_TBL"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EA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&lt;TRANSFORMATION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TYPE="JOINER"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78040" y="2624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EA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&lt;CONNECTOR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78040" y="29626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FROM="POLICY_TBL"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178040" y="33009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TO="JNR_POLICY"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178040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EA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&lt;TARGET NAME=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17804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"DIM_POLICY"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78040" y="43159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8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&lt;/MAPPING&gt;</a:t>
            </a:r>
            <a:endParaRPr lang="en-US" sz="7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9728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248"/>
          </a:solidFill>
          <a:ln w="12700">
            <a:solidFill>
              <a:srgbClr val="1C32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and How the Pipeline Addresses It</a:t>
            </a:r>
            <a:endParaRPr lang="en-US" sz="1300" dirty="0"/>
          </a:p>
        </p:txBody>
      </p:sp>
      <p:sp>
        <p:nvSpPr>
          <p:cNvPr id="200" name="Intro Text"/>
          <p:cNvSpPr/>
          <p:nvPr/>
        </p:nvSpPr>
        <p:spPr>
          <a:xfrm>
            <a:off x="274320" y="5932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indent="0" marL="0">
              <a:buNone/>
              <a:lnSpc>
                <a:spcPts val="1300"/>
              </a:lnSpc>
            </a:pPr>
            <a:r>
              <a:rPr lang="en-US" sz="1000" b="0" dirty="0">
                <a:solidFill>
                  <a:srgbClr val="3B4D8A"/>
                </a:solidFill>
                <a:latin typeface="Calibri" pitchFamily="34" charset="0"/>
              </a:rPr>
              <a:t>In agile delivery, teams need to understand what’s in the code before committing to a PI or feature change. Informatica mappings hold the logic — but they weren’t designed to be read by humans, so every role ends up working around the gap differently.</a:t>
            </a:r>
          </a:p>
        </p:txBody>
      </p:sp>
      <p:sp>
        <p:nvSpPr>
          <p:cNvPr id="4" name="Shape 2"/>
          <p:cNvSpPr/>
          <p:nvPr/>
        </p:nvSpPr>
        <p:spPr>
          <a:xfrm>
            <a:off x="4160520" y="958368"/>
            <a:ext cx="18288" cy="41851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13232"/>
            <a:ext cx="3749040" cy="9246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13232"/>
            <a:ext cx="54864" cy="9246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33397"/>
            <a:ext cx="384048" cy="369877"/>
          </a:xfrm>
          <a:prstGeom prst="oval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86236"/>
            <a:ext cx="274320" cy="2641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066072"/>
            <a:ext cx="3035808" cy="29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374302"/>
            <a:ext cx="3035808" cy="510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requires reverse-engineering XML or relying on Confluence pages that drifted from the code.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999570"/>
            <a:ext cx="3749040" cy="9246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999570"/>
            <a:ext cx="54864" cy="9246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4048" y="2219734"/>
            <a:ext cx="384048" cy="369877"/>
          </a:xfrm>
          <a:prstGeom prst="oval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272574"/>
            <a:ext cx="274320" cy="2641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2052409"/>
            <a:ext cx="3035808" cy="29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2360640"/>
            <a:ext cx="3035808" cy="510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Inheriting a mapping means guessing at intended behaviour vs. accumulated workarounds.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985907"/>
            <a:ext cx="3749040" cy="9246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985907"/>
            <a:ext cx="54864" cy="9246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4048" y="3206072"/>
            <a:ext cx="384048" cy="369877"/>
          </a:xfrm>
          <a:prstGeom prst="oval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258912"/>
            <a:ext cx="274320" cy="2641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" y="3038747"/>
            <a:ext cx="3035808" cy="29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68680" y="3346977"/>
            <a:ext cx="3035808" cy="510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doc that reflects the actual code, test cases are built from tribal knowledge.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3972245"/>
            <a:ext cx="3749040" cy="9246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3972245"/>
            <a:ext cx="54864" cy="9246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84048" y="4192410"/>
            <a:ext cx="384048" cy="369877"/>
          </a:xfrm>
          <a:prstGeom prst="oval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245249"/>
            <a:ext cx="274320" cy="26419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8680" y="4025085"/>
            <a:ext cx="3035808" cy="29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68680" y="4333315"/>
            <a:ext cx="3035808" cy="510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estimates are rough guesses — the team can't scope accurately from raw XML.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297680" y="1013232"/>
            <a:ext cx="1417320" cy="334650"/>
          </a:xfrm>
          <a:prstGeom prst="rect">
            <a:avLst/>
          </a:prstGeom>
          <a:solidFill>
            <a:srgbClr val="1C3248"/>
          </a:solidFill>
          <a:ln w="12700">
            <a:solidFill>
              <a:srgbClr val="1C324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370832" y="1013232"/>
            <a:ext cx="1344168" cy="33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715000" y="1013232"/>
            <a:ext cx="1627632" cy="334650"/>
          </a:xfrm>
          <a:prstGeom prst="rect">
            <a:avLst/>
          </a:prstGeom>
          <a:solidFill>
            <a:srgbClr val="1C3248"/>
          </a:solidFill>
          <a:ln w="12700">
            <a:solidFill>
              <a:srgbClr val="1C324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788152" y="1013232"/>
            <a:ext cx="1554480" cy="33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342632" y="1013232"/>
            <a:ext cx="1664208" cy="334650"/>
          </a:xfrm>
          <a:prstGeom prst="rect">
            <a:avLst/>
          </a:prstGeom>
          <a:solidFill>
            <a:srgbClr val="1C3248"/>
          </a:solidFill>
          <a:ln w="12700">
            <a:solidFill>
              <a:srgbClr val="1C324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415784" y="1013232"/>
            <a:ext cx="1591056" cy="33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297680" y="1347882"/>
            <a:ext cx="1417320" cy="863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1629693"/>
            <a:ext cx="237744" cy="22897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736592" y="1347882"/>
            <a:ext cx="941832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715000" y="1347882"/>
            <a:ext cx="1627632" cy="863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806440" y="1347882"/>
            <a:ext cx="1499616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Reverse-engineers XML; writes requirements from memory.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7342632" y="1347882"/>
            <a:ext cx="1664208" cy="863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342632" y="1347882"/>
            <a:ext cx="45720" cy="86304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452360" y="1347882"/>
            <a:ext cx="1517904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pre-built, validated SRD; focuses on gaps and business context.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297680" y="2272574"/>
            <a:ext cx="1417320" cy="863045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2554385"/>
            <a:ext cx="237744" cy="228971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4736592" y="2272574"/>
            <a:ext cx="941832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5715000" y="2272574"/>
            <a:ext cx="1627632" cy="863045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806440" y="2272574"/>
            <a:ext cx="1499616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XML; guesses intent; asks around for context.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7342632" y="2272574"/>
            <a:ext cx="1664208" cy="863045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342632" y="2272574"/>
            <a:ext cx="45720" cy="86304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7452360" y="2272574"/>
            <a:ext cx="1517904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 signed-off SRD with field mappings and data flow diagrams.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4297680" y="3197265"/>
            <a:ext cx="1417320" cy="863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696" y="3479076"/>
            <a:ext cx="237744" cy="228971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4736592" y="3197265"/>
            <a:ext cx="941832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5715000" y="3197265"/>
            <a:ext cx="1627632" cy="863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5806440" y="3197265"/>
            <a:ext cx="1499616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from incomplete specs; edge cases get missed.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7342632" y="3197265"/>
            <a:ext cx="1664208" cy="863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7342632" y="3197265"/>
            <a:ext cx="45720" cy="86304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7452360" y="3197265"/>
            <a:ext cx="1517904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Section 7 (test data specs) and the field mapping table as the test basis.</a:t>
            </a: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4297680" y="4121957"/>
            <a:ext cx="1417320" cy="863045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696" y="4403768"/>
            <a:ext cx="237744" cy="228971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4736592" y="4121957"/>
            <a:ext cx="941832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4121957"/>
            <a:ext cx="1627632" cy="863045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5806440" y="4121957"/>
            <a:ext cx="1499616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planning on rough estimates; assumptions about what mappings do.</a:t>
            </a:r>
            <a:endParaRPr lang="en-US" sz="950" dirty="0"/>
          </a:p>
        </p:txBody>
      </p:sp>
      <p:sp>
        <p:nvSpPr>
          <p:cNvPr id="64" name="Shape 54"/>
          <p:cNvSpPr/>
          <p:nvPr/>
        </p:nvSpPr>
        <p:spPr>
          <a:xfrm>
            <a:off x="7342632" y="4121957"/>
            <a:ext cx="1664208" cy="863045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7342632" y="4121957"/>
            <a:ext cx="45720" cy="86304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7452360" y="4121957"/>
            <a:ext cx="1517904" cy="8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from complexity classification and validated requirements.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248"/>
          </a:solidFill>
          <a:ln w="12700">
            <a:solidFill>
              <a:srgbClr val="1C32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Document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output: two structured documents generated directly from the parsed mapping graph.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1605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Requirements Document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mandatory sections: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0824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19933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objectives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2868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234543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target inventory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491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26974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strategy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6956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" y="30495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transformation logic &amp; complete field mapping table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29000"/>
            <a:ext cx="192024" cy="1920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3232" y="34015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 (Mermaid)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81044"/>
            <a:ext cx="192024" cy="1920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3232" y="37536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and reject conditions</a:t>
            </a:r>
            <a:endParaRPr lang="en-US" sz="10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33088"/>
            <a:ext cx="192024" cy="1920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3232" y="41056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specifications</a:t>
            </a:r>
            <a:endParaRPr lang="en-US" sz="10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85132"/>
            <a:ext cx="192024" cy="19202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13232" y="44577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open questions</a:t>
            </a:r>
            <a:endParaRPr lang="en-US" sz="1050" dirty="0"/>
          </a:p>
        </p:txBody>
      </p:sp>
      <p:sp>
        <p:nvSpPr>
          <p:cNvPr id="25" name="Shape 15"/>
          <p:cNvSpPr/>
          <p:nvPr/>
        </p:nvSpPr>
        <p:spPr>
          <a:xfrm>
            <a:off x="4709160" y="111556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4709160" y="1115568"/>
            <a:ext cx="4160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4892040" y="12070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Review Findings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489204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human review before implementation: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892040" y="2130552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129784" y="200253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unmapped fields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892040" y="2468880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5129784" y="234086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values and embedded credentials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4892040" y="2807208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5129784" y="267919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conditions with no documented business rule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4892040" y="3145536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5129784" y="301752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join conditions that may return multiple rows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4892040" y="3483864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5129784" y="33558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reject / error handling paths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4892040" y="3822192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5129784" y="36941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requiring stakeholder confirmation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4892040" y="4160520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129784" y="403250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logic referencing unknown sources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4892040" y="4498848"/>
            <a:ext cx="146304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5129784" y="43708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conditions that may need environment overrides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274320" y="4700016"/>
            <a:ext cx="8595360" cy="310896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402336" y="47000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Reference: 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1042416" y="4700016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(Source-to-Target Mapping) — field-level lineage Excel showing every source field → transformation chain → target field. Section 4 of the SRD is generated from this artefact.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274320" y="504748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export as  PDF · DOCX · Markdown  and pass through an automated format validator before delivery.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3248"/>
          </a:solidFill>
          <a:ln w="12700">
            <a:solidFill>
              <a:srgbClr val="1C32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— Six Steps, One Pass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reads the Informatica XML and produces a reviewed, validated analyst document.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33856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33856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4358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Session &amp; Params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75564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hardcoded values, unresolved parameters, connection metadata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133856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33856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4358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Parse + Manifest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9272" y="175564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graph of every source, target, transformation, port, expression, connector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133856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133856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4358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Complexity + S2T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75564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mapping; generate field-level source-to-target lineage (Excel download)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54096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16382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Analyst Document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367588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8-section SRD + Gaps &amp; Review checklist; auto-validated; PDF / DOCX / Markdown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3054096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54096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16382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367588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checks: does the doc accurately reflect the code?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3054096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054096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6382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Gate 1 Sign-off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675888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pauses; analyst reviews and approves before anything moves downstream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document is generated</a:t>
            </a:r>
            <a:endParaRPr lang="en-US" sz="3400" dirty="0"/>
          </a:p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code — not about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" y="262432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code changes, rerun the pipeline — the doc updates automatically.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55848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337413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and the code never drift because the doc is derived from the code.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05656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412394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sign-off means the analyst document becomes the contract the team builds against.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828032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Modernisation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2026-03-30T21:47:06Z</dcterms:created>
  <dcterms:modified xsi:type="dcterms:W3CDTF">2026-03-30T21:47:06Z</dcterms:modified>
</cp:coreProperties>
</file>