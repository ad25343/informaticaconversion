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22860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XML to Clarity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pipeline that turns Informatica mapping code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structured, validated analyst documents.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Informatica Conversion Pipeline  |  Steps 0 – 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Informatica mappings are the source of truth — but they were never designed to be read by humans.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54864" cy="12344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6642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99339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 raw XML for days before they can scope a PI or feature change.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554480"/>
            <a:ext cx="54864" cy="12344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4864608" y="16642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64608" y="199339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 undocumented intent — no way to know what logic is intentional vs. a workaround.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017520"/>
            <a:ext cx="54864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127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345643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test cases from tribal knowledge. Edge cases in expressions and routers get missed.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017520"/>
            <a:ext cx="54864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3127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64608" y="345643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planning based on assumptions. Doc and code drift apart after every sprint.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no single source of truth the whole team can work from.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Pipeline: Steps 0 – 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Informatica mapping XML → get a validated, downloadable analyst document.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234440" cy="1051560"/>
          </a:xfrm>
          <a:prstGeom prst="rect">
            <a:avLst/>
          </a:prstGeom>
          <a:solidFill>
            <a:srgbClr val="3B4D8A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81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Session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Parameters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828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BBE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74520" y="1508760"/>
            <a:ext cx="1234440" cy="1051560"/>
          </a:xfrm>
          <a:prstGeom prst="rect">
            <a:avLst/>
          </a:prstGeom>
          <a:solidFill>
            <a:srgbClr val="3B4D8A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74520" y="1581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8288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XML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Manifest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1828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BBE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508760"/>
            <a:ext cx="1234440" cy="1051560"/>
          </a:xfrm>
          <a:prstGeom prst="rect">
            <a:avLst/>
          </a:prstGeom>
          <a:solidFill>
            <a:srgbClr val="3B4D8A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1581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8288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S2T Map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1828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BBE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508760"/>
            <a:ext cx="1234440" cy="105156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1581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8288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Doc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Gaps Review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1828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BBE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1508760"/>
            <a:ext cx="1234440" cy="1051560"/>
          </a:xfrm>
          <a:prstGeom prst="rect">
            <a:avLst/>
          </a:prstGeom>
          <a:solidFill>
            <a:srgbClr val="3B4D8A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1581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72200" y="18288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60920" y="1828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BBE"/>
                </a:solidFill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43800" y="1508760"/>
            <a:ext cx="1234440" cy="10515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43800" y="1581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89520" y="18288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880360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2880360"/>
            <a:ext cx="54864" cy="12344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29443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3a — Systems Requirements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32461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8-section PRD: sources, targets, transformation logic,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mappings, data flow diagrams, test data specs.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83280" y="2880360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83280" y="2880360"/>
            <a:ext cx="54864" cy="12344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3" name="Text 31"/>
          <p:cNvSpPr/>
          <p:nvPr/>
        </p:nvSpPr>
        <p:spPr>
          <a:xfrm>
            <a:off x="3566160" y="29443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3b — Gaps &amp; Review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66160" y="32461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checklist of gaps, assumptions, risks,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open questions needing human confirmation.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09360" y="288036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2880360"/>
            <a:ext cx="54864" cy="12344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29443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92240" y="32461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 ·  DOCX  ·  MD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S2T Excel  ·  Manifest XLSX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Report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4343400"/>
            <a:ext cx="83210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0080" y="437083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format validator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section structure, table schemas, and diagram quality before the document reaches reviewers.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Changes for the Team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26060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reverse-engineering XML, writing requirements from memory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926080"/>
            <a:ext cx="54864" cy="1188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90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 pre-built, validated requirements doc in minutes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business context the AI can’t infer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1051560"/>
            <a:ext cx="26060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051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429000" y="160020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29000" y="160020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1188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raw XML, guesses at intent, asks around for context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292608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29000" y="2926080"/>
            <a:ext cx="54864" cy="1188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2990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3246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a signed-off doc with field mappings and data flow diagrams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exactly what logic is intentional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1051560"/>
            <a:ext cx="26060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051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0" y="160020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160020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test cases from tribal knowledge, misses edge cases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292608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2926080"/>
            <a:ext cx="54864" cy="1188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2990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3246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field mapping table and test data specs as the test basis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what “correct” looks like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document is generated from the code,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written about it.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880360"/>
            <a:ext cx="347472" cy="3474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2880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changes → rerun the pipeline → updated document. They never drift.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347472" cy="3474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ensures a human signs off before anything moves downstream.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886200"/>
            <a:ext cx="347472" cy="3474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886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downstream artifact (code, STTM, test cases) traces back to the analyst doc.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the whole team can work from.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Code-to-Document Pipeline</dc:title>
  <dc:subject>PptxGenJS Presentation</dc:subject>
  <dc:creator>Informatica Conversion Team</dc:creator>
  <cp:lastModifiedBy>Informatica Conversion Team</cp:lastModifiedBy>
  <cp:revision>1</cp:revision>
  <dcterms:created xsi:type="dcterms:W3CDTF">2026-03-31T01:12:39Z</dcterms:created>
  <dcterms:modified xsi:type="dcterms:W3CDTF">2026-03-31T01:12:39Z</dcterms:modified>
</cp:coreProperties>
</file>